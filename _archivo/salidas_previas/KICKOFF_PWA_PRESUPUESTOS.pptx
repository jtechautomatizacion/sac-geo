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PRESUPUESTOS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GTQC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Presupuestos con Validación SUNAT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- Definición de Requerimientos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ACTUAL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2560320" cy="1371600"/>
          </a:xfrm>
          <a:prstGeom prst="roundRect">
            <a:avLst/>
          </a:prstGeom>
          <a:solidFill>
            <a:srgbClr val="FFE8E8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presupuesto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1371600"/>
          </a:xfrm>
          <a:prstGeom prst="roundRect">
            <a:avLst/>
          </a:prstGeom>
          <a:solidFill>
            <a:srgbClr val="FFE8E8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240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manuales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1371600"/>
          </a:xfrm>
          <a:prstGeom prst="roundRect">
            <a:avLst/>
          </a:prstGeom>
          <a:solidFill>
            <a:srgbClr val="FFE8E8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DE AGUA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240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profesional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560320" cy="1371600"/>
          </a:xfrm>
          <a:prstGeom prst="roundRect">
            <a:avLst/>
          </a:prstGeom>
          <a:solidFill>
            <a:srgbClr val="FFE8E8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diferente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560320" cy="1371600"/>
          </a:xfrm>
          <a:prstGeom prst="roundRect">
            <a:avLst/>
          </a:prstGeom>
          <a:solidFill>
            <a:srgbClr val="FFE8E8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38328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886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queda todo?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560320" cy="1371600"/>
          </a:xfrm>
          <a:prstGeom prst="roundRect">
            <a:avLst/>
          </a:prstGeom>
          <a:solidFill>
            <a:srgbClr val="FFE8E8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1792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OFFLINE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886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 sin internet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64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PWA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37160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45 minutos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37160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ERRORES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automáticos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137160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marca de agua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560320" cy="137160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único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2926080"/>
            <a:ext cx="2560320" cy="137160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383280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794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internet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560320" cy="137160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17920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3794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automáticamente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COMPLETO: 7 MINUTOS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40280" y="1371600"/>
            <a:ext cx="457200" cy="45720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03120" y="20116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 SUNAT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880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97480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40480" y="1371600"/>
            <a:ext cx="457200" cy="45720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703320" y="20116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03320" y="2880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97680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40680" y="1371600"/>
            <a:ext cx="457200" cy="45720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303520" y="20116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2880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97880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040880" y="1371600"/>
            <a:ext cx="457200" cy="45720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903720" y="20116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Enviar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2880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371600" y="3383280"/>
            <a:ext cx="6400800" cy="11887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54480" y="352044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Presupuesto profesional, sin errores, listo para enviar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FLEXIBLE: 4 MODELOS DE VENTA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1965960" cy="15544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variable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S/ 70 × cantidad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S/ 70 = S/ 280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965960" cy="155448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1737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cerrada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S/ 800 fijo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97480" y="2331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S/ 800 = S/ 800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965960" cy="155448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08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4747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 definir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Negociación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S/ ??? = ???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606040" y="1280160"/>
            <a:ext cx="1965960" cy="15544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1737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Servicios incluidos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97480" y="2331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impacto en total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SUNAT AUTOMÁTICA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Usuario ingresa RUC: 20123456789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Sistema valida contra padrón SUNAT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 completan automáticamente: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Razón Social: CONSTRUCTORA PERUANA S.A.C.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Dirección: Av. Principal 500, San Isidro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Teléfono y otros datos (si disponibles)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 sin internet: busca en caché local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Presupuesto listo para agregar servicios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731520"/>
          </a:xfrm>
          <a:prstGeom prst="round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ERRORES  |  ✓ DATOS ACTUALIZADOS  |  ✓ FUNCIONA OFFLINE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DUAL DE PDF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34747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PDF RÁPIDO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&lt;1 segundo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 en navegador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internet requerido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Perfecto para campo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Mostrar al cliente inmediato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3566160" cy="457200"/>
          </a:xfrm>
          <a:prstGeom prst="round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[Descargar PDF Rápido]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3931920" cy="347472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PDF OFICIAL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2-3 segundos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286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 en servidor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606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 firma digital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2926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Código QR verificable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3246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Auditable y registrado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4206240"/>
            <a:ext cx="3566160" cy="45720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[Generar Oficial]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INTERNET (Offline)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Ejecutivo en obra sin internet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8638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Abre PWA en tablet (sin internet)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7863840" cy="34747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2996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Crea presupuestos normalmente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14016"/>
            <a:ext cx="78638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1401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Genera PDF rápido en 0.5 segundos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98064"/>
            <a:ext cx="7863840" cy="34747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9806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Muestra al cliente en tablet/móvil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182112"/>
            <a:ext cx="78638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8211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Llega a oficina y se conecta wifi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7863840" cy="34747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661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PWA sincroniza automáticamente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950208"/>
            <a:ext cx="78638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5020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Presupuestos disponibles en todos los dispositivos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297680"/>
            <a:ext cx="7315200" cy="594360"/>
          </a:xfrm>
          <a:prstGeom prst="round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297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BENEFICIO: Ejecutivos producen sin depender de internet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COMPARACIÓN: ANTES VS DESPUÉS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Tiempo/presupuesto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9224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75-80% ⚡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8229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470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cálculo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18470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8470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18470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225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Presupuestos/día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23225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3225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32257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300% 📈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798064"/>
            <a:ext cx="8229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7980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RUC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17520" y="279806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79806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 SUNAT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279806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273552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2735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consistente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17520" y="32735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(variable)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2735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(único)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327355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offline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01752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749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Revolucionario 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IMPLEMENTACIÓN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920240" cy="3474720"/>
          </a:xfrm>
          <a:prstGeom prst="roundRect">
            <a:avLst/>
          </a:prstGeom>
          <a:solidFill>
            <a:srgbClr val="667EEA">
              <a:alpha val="15000"/>
            </a:srgbClr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1737360" cy="320040"/>
          </a:xfrm>
          <a:prstGeom prst="round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Registro SUNAT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27523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Catálogo de servicios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30358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Precios estándar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3319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Términos y condiciones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1920240" cy="3474720"/>
          </a:xfrm>
          <a:prstGeom prst="roundRect">
            <a:avLst/>
          </a:prstGeom>
          <a:solidFill>
            <a:srgbClr val="764BA2">
              <a:alpha val="15000"/>
            </a:srgbClr>
          </a:solidFill>
          <a:ln w="25400">
            <a:solidFill>
              <a:srgbClr val="764B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325880"/>
            <a:ext cx="1737360" cy="320040"/>
          </a:xfrm>
          <a:prstGeom prst="round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325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148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764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2-3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97480" y="24688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API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7480" y="27523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PWA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97480" y="30358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Generación PDF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97480" y="3319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 offline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1188720"/>
            <a:ext cx="1920240" cy="3474720"/>
          </a:xfrm>
          <a:prstGeom prst="roundRect">
            <a:avLst/>
          </a:prstGeom>
          <a:solidFill>
            <a:srgbClr val="4CAF50">
              <a:alpha val="15000"/>
            </a:srgbClr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325880"/>
            <a:ext cx="1737360" cy="320040"/>
          </a:xfrm>
          <a:prstGeom prst="round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325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2148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4688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Pruebas funcionales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0" y="27523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Integración SUNAT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30358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 testing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0" y="3319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Seguridad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29400" y="1188720"/>
            <a:ext cx="1920240" cy="3474720"/>
          </a:xfrm>
          <a:prstGeom prst="roundRect">
            <a:avLst/>
          </a:prstGeom>
          <a:solidFill>
            <a:srgbClr val="F96167">
              <a:alpha val="15000"/>
            </a:srgbClr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0840" y="1325880"/>
            <a:ext cx="1737360" cy="320040"/>
          </a:xfrm>
          <a:prstGeom prst="round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1325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2148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12280" y="24688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Capacitación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12280" y="27523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12280" y="30358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Soporte 24/7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12280" y="3319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Feedback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 mes de desarrollo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Y RETORNO (ROI)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16459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INICIAL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PWA: ~$10,000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SUNAT: Incluida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1er año: ~$600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Capacitación: ~$500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~$11,100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931920" cy="16459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(ROI)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8745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Ahorro/mes: ~$3,000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(60h × $50/h)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24231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14 meses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697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971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anual: $36,000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246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+300% productividad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8229600" cy="4572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090672"/>
            <a:ext cx="146304" cy="18288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87168" y="3090672"/>
            <a:ext cx="146304" cy="18288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90288" y="3090672"/>
            <a:ext cx="146304" cy="18288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93408" y="3090672"/>
            <a:ext cx="146304" cy="18288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(PAYBACK)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822960"/>
          </a:xfrm>
          <a:prstGeom prst="round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Inversión recuperada en 14 meses + Beneficios continuos de $36,000/año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64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777240"/>
          </a:xfrm>
          <a:prstGeom prst="roundRect">
            <a:avLst/>
          </a:prstGeom>
          <a:solidFill>
            <a:srgbClr val="F0F0F0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457200" cy="4572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508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estructura de presupuestos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81051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flujo y campos requeridos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777240"/>
          </a:xfrm>
          <a:prstGeom prst="round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404872"/>
            <a:ext cx="457200" cy="4572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377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catálogo de servicios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6791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Tipos: UNIDAD, PAQUETE, CLIENTE, INCLUYE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777240"/>
          </a:xfrm>
          <a:prstGeom prst="roundRect">
            <a:avLst/>
          </a:prstGeom>
          <a:solidFill>
            <a:srgbClr val="F0F0F0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73552"/>
            <a:ext cx="457200" cy="4572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32461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cambios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54787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ajustes, comunícanlos para iteración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229600" cy="777240"/>
          </a:xfrm>
          <a:prstGeom prst="round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142232"/>
            <a:ext cx="457200" cy="4572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41148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desarrollo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4165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 fase 1 de configuración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listos para construir juntos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0" y="2651760"/>
            <a:ext cx="4572000" cy="0"/>
          </a:xfrm>
          <a:prstGeom prst="line">
            <a:avLst/>
          </a:prstGeom>
          <a:noFill/>
          <a:ln w="254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tus cambios y feedback, haremos una app totalmente automatizada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4023360"/>
            <a:ext cx="5486400" cy="594360"/>
          </a:xfrm>
          <a:prstGeom prst="round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40233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¡Comencemos! 🚀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2026-09-11T22:53:40Z</dcterms:created>
  <dcterms:modified xsi:type="dcterms:W3CDTF">2026-09-11T22:53:40Z</dcterms:modified>
</cp:coreProperties>
</file>