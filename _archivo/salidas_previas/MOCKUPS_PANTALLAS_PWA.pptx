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DE PANTALLAS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Presupuestos GTQC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Pantallas Principales de la Aplicación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CREAR NUEVO PRESUPUESTO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931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Básica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#: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BUD-2026-0001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783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Geotécnico - Puente Inca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Sep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3931920"/>
          </a:xfrm>
          <a:prstGeom prst="roundRect">
            <a:avLst/>
          </a:prstGeom>
          <a:solidFill>
            <a:srgbClr val="D1ECF1"/>
          </a:solidFill>
          <a:ln w="25400">
            <a:solidFill>
              <a:srgbClr val="0C5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5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RUC SUNAT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5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0" y="1463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20123456789 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5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Razón Social: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CONSTRUCTORA PERUANA SAC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103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5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Av. Principal 500, San Isidro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423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5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 (1) 444-5555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2743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5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contacto@constructora.com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AGREGAR SERVICIOS (Paquetes o Unidades)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20240" y="960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91840" y="960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960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0" y="960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U.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0" y="960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71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Completo Suelos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389888"/>
            <a:ext cx="1097280" cy="192024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371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63440" y="1371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5040" y="1371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3,500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06640" y="1371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3,500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737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1737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Triaxial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1755648"/>
            <a:ext cx="1097280" cy="192024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737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1737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35040" y="1737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650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06640" y="1737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1,300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103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20240" y="2103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Estratigráfico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2121408"/>
            <a:ext cx="1097280" cy="192024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103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63440" y="2103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2103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70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06640" y="2103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280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20240" y="2468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Capacidad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2487168"/>
            <a:ext cx="1097280" cy="192024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6344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3504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800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0664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800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338328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Sistema Flexible: Mezcla PAQUETES (tarifa cerrada) + UNIDADES (tarifa variable)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PAQUETE: Cantidad fija = 1, precio cerrado | UNIDAD: Cantidad variable, precio × cantidad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Permite que GTQC venda de ambas formas en el mismo presupuesto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CÁLCULO AUTOMÁTICO DE TOTALES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931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Económico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68880" y="14630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5,880.00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(5%):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7830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-S/ 294.00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Neto: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21031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5,586.00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IGV 18%: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2423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1,005.48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3566160" cy="27432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743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FINAL: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27432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6,591.48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3931920" cy="39319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8564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Descuentos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Descuento: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737360"/>
            <a:ext cx="10972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755648"/>
            <a:ext cx="10058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73736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755648"/>
            <a:ext cx="1737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porcentaje (%)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2148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 por: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423160"/>
            <a:ext cx="3017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441448"/>
            <a:ext cx="29260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días (vence 26 Sep 2026)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2834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Descuentos flexibles (% o cantidad fija)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108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IGV configurable por tipo de cliente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383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Vigencia automática del presupuesto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GENERACIÓN DE PDF (Dual)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9319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PDF RÁPIDO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en Navegador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&lt;1 segundo de generación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internet requerido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3682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Perfecto para campo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6609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Cliente ve PDF inmediato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9535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 jsPDF en navegador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3566160" cy="594360"/>
          </a:xfrm>
          <a:prstGeom prst="round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23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Descargar PDF Rápido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3931920" cy="393192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PDF OFICIAL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en Servidor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17830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2-3 segundos de generación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4920" y="20756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 firma digital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4920" y="23682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Código QR verificable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4920" y="26609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Auditable y registrado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4920" y="29535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 PDFKit en servidor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4023360"/>
            <a:ext cx="3566160" cy="59436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4023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Generar Oficial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ENVÍO Y SINCRONIZACIÓN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93192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1557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Compartir Presupuesto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Cliente: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contacto@constructora.com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Asunto: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31343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BUD-2026-0001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(Opcional)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2907792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535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 cliente, le adjunto nuestro presupuesto...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3566160" cy="594360"/>
          </a:xfrm>
          <a:prstGeom prst="round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23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Enviar por Email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3931920" cy="3931920"/>
          </a:xfrm>
          <a:prstGeom prst="roundRect">
            <a:avLst/>
          </a:prstGeom>
          <a:solidFill>
            <a:srgbClr val="D1ECF1"/>
          </a:solidFill>
          <a:ln w="25400">
            <a:solidFill>
              <a:srgbClr val="0C5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5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Sincronización Automática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5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NO hay internet: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4920" y="17830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 guarda en dispositivo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PWA funciona normalmente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24231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pérdida de datos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5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conexión: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3246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Se sincroniza automáticamente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35661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Disponible en otros dispositivos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3886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Datos en servidor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RESUMEN: LO QUE EL USUARIO VERÁ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Presupuesto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481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básicos + RUC automático (SUNAT)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0" y="1097280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82296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745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Servicios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1671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Flexibilidad: PAQUETES + UNIDADES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783080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68880"/>
            <a:ext cx="82296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603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5156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Totales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8529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con descuentos e IGV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2468880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54680"/>
            <a:ext cx="82296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461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5156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PDF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5387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Dual: Rápido (offline) + Oficial (firma)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3154680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0480"/>
            <a:ext cx="82296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9319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5156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&amp; Sync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42245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Sincronización automática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0" y="3840480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pantallas funcionan ONLINE y OFFLINE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2026-09-11T23:03:02Z</dcterms:created>
  <dcterms:modified xsi:type="dcterms:W3CDTF">2026-09-11T23:03:02Z</dcterms:modified>
</cp:coreProperties>
</file>